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B22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 ·  LEGACY MICROSERVICES  ·  GKE + APIGEE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</a:t>
            </a:r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Legacy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Analysis Guide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existing production services · GKE Kubernetes context · Apigee Basic Auth + JWT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stories from code · Fix legacy issues · Build tests · Deploy safely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2090318" cy="237744"/>
          </a:xfrm>
          <a:prstGeom prst="rect">
            <a:avLst/>
          </a:prstGeom>
          <a:solidFill>
            <a:srgbClr val="79C0FF">
              <a:alpha val="18000"/>
            </a:srgbClr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27248"/>
            <a:ext cx="20903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@workspace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30398" y="3127248"/>
            <a:ext cx="1415491" cy="237744"/>
          </a:xfrm>
          <a:prstGeom prst="rect">
            <a:avLst/>
          </a:prstGeom>
          <a:solidFill>
            <a:srgbClr val="56D364">
              <a:alpha val="18000"/>
            </a:srgbClr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30398" y="3127248"/>
            <a:ext cx="14154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GKE Context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37330" y="3127248"/>
            <a:ext cx="1415491" cy="237744"/>
          </a:xfrm>
          <a:prstGeom prst="rect">
            <a:avLst/>
          </a:prstGeom>
          <a:solidFill>
            <a:srgbClr val="D4A017">
              <a:alpha val="1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37330" y="3127248"/>
            <a:ext cx="14154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Apigee Auth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44261" y="3127248"/>
            <a:ext cx="1265530" cy="237744"/>
          </a:xfrm>
          <a:prstGeom prst="rect">
            <a:avLst/>
          </a:prstGeom>
          <a:solidFill>
            <a:srgbClr val="BC8CFF">
              <a:alpha val="18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4261" y="3127248"/>
            <a:ext cx="12655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Story Gen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101230" y="3127248"/>
            <a:ext cx="965606" cy="237744"/>
          </a:xfrm>
          <a:prstGeom prst="rect">
            <a:avLst/>
          </a:prstGeom>
          <a:solidFill>
            <a:srgbClr val="56D364">
              <a:alpha val="18000"/>
            </a:srgbClr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01230" y="3127248"/>
            <a:ext cx="9656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158277" y="3127248"/>
            <a:ext cx="965606" cy="237744"/>
          </a:xfrm>
          <a:prstGeom prst="rect">
            <a:avLst/>
          </a:prstGeom>
          <a:solidFill>
            <a:srgbClr val="79C0FF">
              <a:alpha val="18000"/>
            </a:srgbClr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8277" y="3127248"/>
            <a:ext cx="9656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CI/CD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79145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prompts for every phase — from code scan to production GKE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Setup — One-Time Per Service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87552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Copilot (VS Code) = inline analysis, per-file prompts, coding assistant.  Claude Code (CLI) = multi-service batch scans, full pipeline orchestration. Use both together.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54864" cy="749808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91640"/>
            <a:ext cx="329184" cy="329184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0704" y="158191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Copilot + Copilot Chat Extensions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0704" y="188366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github.copilot + github.copilot-chat in VS Code. Requires Copilot Business/Enterprise license. Sign in with GitHub org account.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59152"/>
            <a:ext cx="54864" cy="749808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542032"/>
            <a:ext cx="329184" cy="329184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0704" y="243230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VS Code workspace per microservice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0704" y="273405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open all services together — Copilot context quality drops. Use File → Add Folder for shared libraries only.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09544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9544"/>
            <a:ext cx="54864" cy="749808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392424"/>
            <a:ext cx="329184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92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0704" y="328269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Kubernetes + Cloud Code extensions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0704" y="358444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ms-kubernetes-tools.vscode-kubernetes-tools + GoogleCloudTools.cloudcode. Copilot then understands K8s manifests and GKE context.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059936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59936"/>
            <a:ext cx="54864" cy="749808"/>
          </a:xfrm>
          <a:prstGeom prst="rect">
            <a:avLst/>
          </a:prstGeom>
          <a:solidFill>
            <a:srgbClr val="0E9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242816"/>
            <a:ext cx="329184" cy="329184"/>
          </a:xfrm>
          <a:prstGeom prst="rect">
            <a:avLst/>
          </a:prstGeom>
          <a:solidFill>
            <a:srgbClr val="0E9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42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0704" y="413308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.github/copilot-instructions.md per repo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60704" y="44348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reads this file automatically for every suggestion. This is how you train Copilot on YOUR service's patterns, auth model, and GKE config.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.github/copilot-instructions.md — The Most Important File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78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Include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444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1444752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86968" y="164592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version, Spring Boot version, DB type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1993392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86968" y="219456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endpoints use Apigee Basic Auth vs JWT passthrough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☸️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6968" y="2542032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config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6968" y="274320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Namespace, resource limits, ConfigMap/Secret key names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090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3090672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patterns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6968" y="329184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format, DTO rules, test framework (JUnit 4/5)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" y="3639312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 list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6968" y="384048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secrets, Basic Auth in service layer, System.out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4187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6968" y="4187952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86968" y="438912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endpoints are customer-facing and must not change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0" y="1005840"/>
            <a:ext cx="530352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109728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6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copilot-instructions.md — user-service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47872" y="146304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6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AUTH MODEL (critical)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547872" y="164592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6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Pattern A: Customer → Apigee Basic Auth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547872" y="182880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6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Apigee validates + strips auth header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47872" y="201168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6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Service sees X-Consumer-ID header only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47872" y="219456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6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Pattern B: Partner → JWT passthrough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547872" y="237744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6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Apigee validates JWT + forwards it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547872" y="256032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6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Service re-validates via JwtAuthFilter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547872" y="292608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6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GKE DEPLOYMENT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547872" y="310896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6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Namespace: production | staging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547872" y="329184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Memory limit 512Mi → JVM -Xmx384m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547872" y="347472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 → K8s ConfigMap: user-svc-config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547872" y="365760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Secrets → K8s Secret: user-svc-secret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402336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NEVER DO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547872" y="420624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Never parse Basic Auth in service code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547872" y="4389120"/>
            <a:ext cx="4956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Never hardcode JWT secrets or DB passwords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AUTH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+ Auth Architecture — What Copilot Must Understand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 — Basic Auth via Apigee  (most external customer APIs)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417320" cy="502920"/>
          </a:xfrm>
          <a:prstGeom prst="rect">
            <a:avLst/>
          </a:prstGeom>
          <a:solidFill>
            <a:srgbClr val="3F5270">
              <a:alpha val="12000"/>
            </a:srgbClr>
          </a:solidFill>
          <a:ln w="12700">
            <a:solidFill>
              <a:srgbClr val="3F52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508760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21992" y="1371600"/>
            <a:ext cx="1417320" cy="502920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21992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Gateway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39312" y="1508760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9624" y="1371600"/>
            <a:ext cx="1417320" cy="502920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66944" y="1508760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77256" y="1371600"/>
            <a:ext cx="1417320" cy="502920"/>
          </a:xfrm>
          <a:prstGeom prst="rect">
            <a:avLst/>
          </a:prstGeom>
          <a:solidFill>
            <a:srgbClr val="A07800">
              <a:alpha val="12000"/>
            </a:srgbClr>
          </a:solidFill>
          <a:ln w="12700">
            <a:solidFill>
              <a:srgbClr val="A07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7256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auth,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headers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94576" y="1508760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04888" y="1371600"/>
            <a:ext cx="1417320" cy="502920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04888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GKE 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X-Consumer-ID only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19202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code sees: NO Authorization header. Reads X-Consumer-ID for customer identity. Never parse Basic Auth.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331720"/>
            <a:ext cx="8229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35000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 — JWT Passthrough  (admin / partner APIs)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2697480"/>
            <a:ext cx="1417320" cy="502920"/>
          </a:xfrm>
          <a:prstGeom prst="rect">
            <a:avLst/>
          </a:prstGeom>
          <a:solidFill>
            <a:srgbClr val="3F5270">
              <a:alpha val="12000"/>
            </a:srgbClr>
          </a:solidFill>
          <a:ln w="12700">
            <a:solidFill>
              <a:srgbClr val="3F52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697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11680" y="2834640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21992" y="2697480"/>
            <a:ext cx="1417320" cy="502920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21992" y="2697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JWT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Gateway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39312" y="2834640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49624" y="2697480"/>
            <a:ext cx="1417320" cy="502920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9624" y="2697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JWT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66944" y="2834640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77256" y="2697480"/>
            <a:ext cx="1417320" cy="502920"/>
          </a:xfrm>
          <a:prstGeom prst="rect">
            <a:avLst/>
          </a:prstGeom>
          <a:solidFill>
            <a:srgbClr val="A07800">
              <a:alpha val="12000"/>
            </a:srgbClr>
          </a:solidFill>
          <a:ln w="12700">
            <a:solidFill>
              <a:srgbClr val="A078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77256" y="2697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full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+ JWT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94576" y="2834640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104888" y="2697480"/>
            <a:ext cx="1417320" cy="50292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04888" y="2697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GKE 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" y="3246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code: JwtAuthFilter re-validates. Extracts userId, roles[], sessionId from claims. Sets MDC context.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931920"/>
            <a:ext cx="822960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0050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RULES FOR AUTH: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0080" y="4224528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Never generate Basic Auth parsing code in service layer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" y="4389120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JwtAuthFilter is the ONLY JWT validation point per service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" y="4553712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New endpoints must be labeled: BASIC_AUTH_VIA_APIGEE | JWT | PUBLIC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" y="4718304"/>
            <a:ext cx="7863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/actuator/** always in permitAll() — K8s probes must reach it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SCAN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Scan Prompts — Run in Sequence Per Service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Copilot Chat (Ctrl+Shift+I) · Use @workspace before each prompt · Save output to .md file in repo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4160520" cy="329184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53312"/>
            <a:ext cx="219456" cy="219456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53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9536" y="13441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1: Service Identity &amp; Stack Scan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" y="168249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Tech stack, Java/Spring version, all endpoints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5216" y="1993392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Customer-facing endpoints + Apigee proxy routes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85216" y="2304288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Code health: TODO count, deprecated APIs, N+1 risks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5216" y="261518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 state: JUnit version, coverage estimate, @Ignore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816352"/>
            <a:ext cx="1645920" cy="201168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16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SERVICE_PROFILE.md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128016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280160"/>
            <a:ext cx="4160520" cy="329184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0328" y="1353312"/>
            <a:ext cx="219456" cy="219456"/>
          </a:xfrm>
          <a:prstGeom prst="rect">
            <a:avLst/>
          </a:prstGeom>
          <a:solidFill>
            <a:srgbClr val="0E9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353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02936" y="13441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2: Apigee &amp; Auth Flow Deep Scan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28616" y="168249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Which endpoints receive JWT vs Basic Auth (via Apigee)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28616" y="1993392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Any endpoint incorrectly parsing Basic Auth itself?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28616" y="2304288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JwtAuthFilter coverage — are actuator endpoints excluded?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28616" y="261518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Apigee headers (X-Consumer-ID) captured in MDC?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2816352"/>
            <a:ext cx="1645920" cy="201168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816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APIGEE_AUTH_MAP.md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1546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154680"/>
            <a:ext cx="4160520" cy="329184"/>
          </a:xfrm>
          <a:prstGeom prst="rect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3227832"/>
            <a:ext cx="219456" cy="219456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227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9536" y="321868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3: GKE Deployment Readiness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5216" y="355701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Liveness/readiness probes configured correctly?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5216" y="3867912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JVM heap vs container memory limit aligned (75% rule)?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5216" y="4178808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 app truly stateless (no in-memory session state)?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5216" y="448970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ConfigMaps/Secrets — any hardcoded values found?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4690872"/>
            <a:ext cx="1508760" cy="201168"/>
          </a:xfrm>
          <a:prstGeom prst="rect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69087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GKE_READINESS.md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00600" y="31546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154680"/>
            <a:ext cx="4160520" cy="329184"/>
          </a:xfrm>
          <a:prstGeom prst="rect">
            <a:avLst/>
          </a:prstGeom>
          <a:solidFill>
            <a:srgbClr val="D4600A">
              <a:alpha val="12000"/>
            </a:srgbClr>
          </a:solidFill>
          <a:ln w="12700">
            <a:solidFill>
              <a:srgbClr val="D4600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10328" y="3227832"/>
            <a:ext cx="219456" cy="219456"/>
          </a:xfrm>
          <a:prstGeom prst="rect">
            <a:avLst/>
          </a:prstGeom>
          <a:solidFill>
            <a:srgbClr val="D460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3227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02936" y="321868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4: Inter-Service Dependencies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28616" y="3557016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outbound HTTP: timeout configured? Circuit breaker?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28616" y="3867912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Message queue: topic names, producer/consumer, DLQ?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28616" y="4178808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Shared DB tables (blast radius concern)?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928616" y="4489704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Shared library versions — consistent across services?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92040" y="4690872"/>
            <a:ext cx="1577340" cy="201168"/>
          </a:xfrm>
          <a:prstGeom prst="rect">
            <a:avLst/>
          </a:prstGeom>
          <a:solidFill>
            <a:srgbClr val="D4600A">
              <a:alpha val="12000"/>
            </a:srgbClr>
          </a:solidFill>
          <a:ln w="12700">
            <a:solidFill>
              <a:srgbClr val="D4600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4690872"/>
            <a:ext cx="1577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DEPENDENCY_MAP.md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Scan Prompts Look Like in Copilot Chat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6070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Prompt 2 — Apigee Auth Scan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4754880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63040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 #file:src/main/java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3232" y="1883664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security model. We use two auth patterns: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230428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A: Apigee handles Basic Auth,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13232" y="2514600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 receives X-Consumer-ID only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13232" y="2724912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B: Apigee passes JWT through,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3232" y="2935224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 re-validates via JwtAuthFilter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13232" y="335584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and report: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3232" y="3566160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Endpoints receiving JWT vs Basic Auth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13232" y="3776472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Any endpoint parsing Basic Auth itself?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13232" y="3986784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JwtAuthFilter excludes /actuator/**?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13232" y="4197096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X-Consumer-ID captured in MDC?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0" y="987552"/>
            <a:ext cx="3017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6440" y="10607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APIGEE_AUTH_MAP.md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42432" y="1371600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6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APIGEE AUTH MAP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42432" y="1792224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Pattern A (Basic Auth @ Apigee)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42432" y="2002536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/api/v1/orders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42432" y="2212848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/api/v1/orders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42432" y="2423160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/api/v1/users/{id}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42432" y="2843784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Pattern B (JWT Passthrough)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42432" y="3054096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/api/v1/admin/users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42432" y="3264408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/api/v1/admin/users/{id}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42432" y="3685032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🚨 FINDINGS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42432" y="3895344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UserController.java:47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42432" y="4105656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 Auth parsed directly!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42432" y="4315968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remove, use X-Consumer-ID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GKE-Specific Prompts — Kubernetes &amp; Cloud Config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Critical GKE Rule: JVM heap must = 75% of K8s container memory limit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Limit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587752" y="1353312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-Xmx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81144" y="1353312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-Xms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74536" y="1353312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1463040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256Mi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87752" y="1463040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81144" y="1463040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74536" y="1463040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-XX:+UseContainerSupport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1572768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87752" y="1572768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81144" y="1572768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74536" y="1572768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-XX:MaxRAMPercentage=75.0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1682496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87752" y="1682496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81144" y="1682496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74536" y="1682496"/>
            <a:ext cx="19202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-Dspring.profiles.active=${PROFILE}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029968"/>
            <a:ext cx="2670048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" y="210312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3: GKE Manifest 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242316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 #file:k8s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267004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6928" y="2916936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K8s manifests for GKE: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3163824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Probes: liveness /actuator/health/liveness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6928" y="3410712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readiness /actuator/health/readiness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6928" y="365760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JVM heap ≤ 75% container memory limit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6928" y="390448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All env vars from ConfigMap/Secret refs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6928" y="4151376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PodDisruptionBudget: minAvailable 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6928" y="4398264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preStop sleep 5 (connection drain)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91840" y="2029968"/>
            <a:ext cx="2670048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401568" y="210312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6: Fix K8s Manifests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01568" y="242316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 #file:k8s/deployment.yaml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01568" y="267004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01568" y="2916936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and correct this deployment: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01568" y="3163824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Add missing probes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01568" y="3410712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Fix JVM -Xmx if &gt; 75% of limit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01568" y="365760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Replace hardcoded env values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01568" y="390448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Add graceful termination (60s)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401568" y="4151376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Add PDB if missing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401568" y="4398264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diff only, explain each change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26480" y="2029968"/>
            <a:ext cx="2670048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236208" y="210312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6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7: ConfigMap/Secret Audit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36208" y="242316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 #file:src/main/resources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36208" y="267004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36208" y="2916936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hardcoded values that need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236208" y="3163824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externalization to K8s: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36208" y="3410712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ConfigMap: DB URLs, service URLs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236208" y="365760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Secret: passwords, JWT secrets,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236208" y="3904488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 keys, Apigee credentials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36208" y="4151376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corrected application.yml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236208" y="4398264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K8s env block for deployment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Generation from Code — Two Types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3840480" cy="1828800"/>
          </a:xfrm>
          <a:prstGeom prst="rect">
            <a:avLst/>
          </a:prstGeom>
          <a:solidFill>
            <a:srgbClr val="EDFAF3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87552"/>
            <a:ext cx="54864" cy="1828800"/>
          </a:xfrm>
          <a:prstGeom prst="rect">
            <a:avLst/>
          </a:prstGeom>
          <a:solidFill>
            <a:srgbClr val="0E9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607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— Reverse Stories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371600"/>
            <a:ext cx="3493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what code CURRENTLY does.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 regression protection.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controllers + service layer.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011680"/>
            <a:ext cx="822960" cy="201168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0116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8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89888" y="2011680"/>
            <a:ext cx="960120" cy="201168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20116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dev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987552"/>
            <a:ext cx="4023360" cy="1828800"/>
          </a:xfrm>
          <a:prstGeom prst="rect">
            <a:avLst/>
          </a:prstGeom>
          <a:solidFill>
            <a:srgbClr val="E8F4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87552"/>
            <a:ext cx="54864" cy="182880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6070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 — Gap Stories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371600"/>
            <a:ext cx="3621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service SHOULD do but doesn't.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gaps, missing tests, broken code,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misconfig, reliability issues.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011680"/>
            <a:ext cx="822960" cy="201168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0116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9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596128" y="2011680"/>
            <a:ext cx="1028700" cy="201168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2011680"/>
            <a:ext cx="1028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work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944368"/>
            <a:ext cx="822960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" y="3017520"/>
            <a:ext cx="7909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6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user-service — Story Output from Copilot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" y="3328416"/>
            <a:ext cx="7909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A (Reverse):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1792" y="3483864"/>
            <a:ext cx="7909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US-E001 [Existing] Customer Auth via Apigee      5pt  HIGH  BASIC_AUTH  @workspace found: 3 endpoints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1792" y="3639312"/>
            <a:ext cx="7909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US-E002 [Existing] Admin User CRUD + Roles       5pt  HIGH  JWT         Uses JwtAuthFilter correctly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3794760"/>
            <a:ext cx="7909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US-E003 [Existing] Customer Profile Self-Service 3pt  HIGH  BASIC_AUTH  Missing null check on X-Consumer-ID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" y="4105656"/>
            <a:ext cx="7909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B (Gap):                Priority  Touches Customer API?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1792" y="4261104"/>
            <a:ext cx="7909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US-G001 [Fix] POST /users no @Valid input validation  P1  YES  ← SECURITY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" y="4416552"/>
            <a:ext cx="7909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US-G002 [Fix] JVM heap 512m but K8s limit 512Mi       P1  NO   ← GKE OOM RISK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1792" y="4572000"/>
            <a:ext cx="7909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US-G003 [Fix] userId logged in plaintext (PII leak)   P1  NO   ← SECURITY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4727448"/>
            <a:ext cx="7909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US-G004 [Add] Unit tests for UserService (0% now)     P2  NO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Generation Prompts — Apigee Auth Headers Included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87552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Safety rule: Before accepting ANY Copilot test suggestion — verify it doesn't change production method signatures or HTTP contracts.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2670048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17904"/>
            <a:ext cx="2670048" cy="310896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3619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14: Unit Tests — JUnit 4 Style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9019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Match BaseServiceTest.java — JUnit 4 @RunWith, NOT @ExtendWith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3591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@Mock fields, @InjectMocks — no Spring context load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8163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Test: happy path, not-found, validation fail, downstream failure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273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Mock SecurityContext if method reads current user from JWT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4636008"/>
            <a:ext cx="2487168" cy="237744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6360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Use JUnit 4 (not 5) unless service already uses JUnit 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1517904"/>
            <a:ext cx="2670048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517904"/>
            <a:ext cx="2670048" cy="310896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53619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15: Controller Tests + Apigee Headers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1568" y="19019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@WebMvcTest (NOT @SpringBootTest — too slow)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01568" y="23591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Pattern A endpoints: add .header("X-Consumer-ID","test-123")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01568" y="28163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Pattern B endpoints: add .header("Authorization","Bearer "+jwt)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01568" y="3273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 401/403 for JWT endpoints, missing X-Consumer-ID for Basic Auth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4636008"/>
            <a:ext cx="2487168" cy="237744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46360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Build TestJwtBuilder helper — reuse across all controller tests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1517904"/>
            <a:ext cx="2670048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517904"/>
            <a:ext cx="2670048" cy="310896"/>
          </a:xfrm>
          <a:prstGeom prst="rect">
            <a:avLst/>
          </a:prstGeom>
          <a:solidFill>
            <a:srgbClr val="D4600A">
              <a:alpha val="12000"/>
            </a:srgbClr>
          </a:solidFill>
          <a:ln w="12700">
            <a:solidFill>
              <a:srgbClr val="D460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53619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16: Fix Failing Tests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19019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Paste full mvn test output into Copilot Chat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6208" y="23591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Root cause: H2 compat, missing Apigee headers, schema drift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36208" y="28163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Fix the TEST not prod code (unless prod is clearly wrong)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36208" y="3273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@Ignored tests: keep ignored, add INVESTIGATE comment + JIRA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4636008"/>
            <a:ext cx="2487168" cy="237744"/>
          </a:xfrm>
          <a:prstGeom prst="rect">
            <a:avLst/>
          </a:prstGeom>
          <a:solidFill>
            <a:srgbClr val="D4600A">
              <a:alpha val="12000"/>
            </a:srgbClr>
          </a:solidFill>
          <a:ln w="12700">
            <a:solidFill>
              <a:srgbClr val="D460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46360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One failing test at a time — never batch-fix blind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CHEATSHEET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Prompts — Quick Reference Index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347472" cy="246888"/>
          </a:xfrm>
          <a:prstGeom prst="rect">
            <a:avLst/>
          </a:prstGeom>
          <a:solidFill>
            <a:srgbClr val="1F6FE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100584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Identity &amp; Stack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18688" y="100584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59552" y="1005840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SERVICE_PROFILE.md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516368" y="1005840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per service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271016"/>
            <a:ext cx="8229600" cy="246888"/>
          </a:xfrm>
          <a:prstGeom prst="rect">
            <a:avLst/>
          </a:prstGeom>
          <a:solidFill>
            <a:srgbClr val="F6F8FC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271016"/>
            <a:ext cx="347472" cy="246888"/>
          </a:xfrm>
          <a:prstGeom prst="rect">
            <a:avLst/>
          </a:prstGeom>
          <a:solidFill>
            <a:srgbClr val="0E9E5C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27101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77824" y="127101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&amp; Auth Flow Scan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18688" y="127101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59552" y="1271016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APIGEE_AUTH_MAP.md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16368" y="1271016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Prompt 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1536192"/>
            <a:ext cx="8229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536192"/>
            <a:ext cx="347472" cy="246888"/>
          </a:xfrm>
          <a:prstGeom prst="rect">
            <a:avLst/>
          </a:prstGeom>
          <a:solidFill>
            <a:srgbClr val="1A73E8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53619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7824" y="153619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Deployment Readiness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18688" y="153619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 #file:k8s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59552" y="1536192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GKE_READINESS.md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516368" y="1536192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Prompt 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1801368"/>
            <a:ext cx="8229600" cy="246888"/>
          </a:xfrm>
          <a:prstGeom prst="rect">
            <a:avLst/>
          </a:prstGeom>
          <a:solidFill>
            <a:srgbClr val="F6F8FC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1801368"/>
            <a:ext cx="347472" cy="246888"/>
          </a:xfrm>
          <a:prstGeom prst="rect">
            <a:avLst/>
          </a:prstGeom>
          <a:solidFill>
            <a:srgbClr val="D4600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180136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77824" y="180136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Inter-Service Dependencies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18688" y="180136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59552" y="1801368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DEPENDENCY_MAP.md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16368" y="1801368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Prompt 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2066544"/>
            <a:ext cx="8229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2066544"/>
            <a:ext cx="347472" cy="246888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06654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77824" y="206654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Gap Analysis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18688" y="206654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59552" y="2066544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findings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516368" y="2066544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code change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2331720"/>
            <a:ext cx="8229600" cy="246888"/>
          </a:xfrm>
          <a:prstGeom prst="rect">
            <a:avLst/>
          </a:prstGeom>
          <a:solidFill>
            <a:srgbClr val="F6F8FC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2331720"/>
            <a:ext cx="347472" cy="246888"/>
          </a:xfrm>
          <a:prstGeom prst="rect">
            <a:avLst/>
          </a:prstGeom>
          <a:solidFill>
            <a:srgbClr val="1A73E8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331720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77824" y="233172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K8s Manifests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18688" y="233172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#file:k8s/deployment.yaml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559552" y="2331720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YAML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516368" y="2331720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2596896"/>
            <a:ext cx="8229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2596896"/>
            <a:ext cx="347472" cy="246888"/>
          </a:xfrm>
          <a:prstGeom prst="rect">
            <a:avLst/>
          </a:prstGeom>
          <a:solidFill>
            <a:srgbClr val="D4600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259689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77824" y="259689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&amp; Secret Audit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18688" y="259689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#file:src/main/resources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59552" y="2596896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Externalized config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516368" y="2596896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2862072"/>
            <a:ext cx="8229600" cy="246888"/>
          </a:xfrm>
          <a:prstGeom prst="rect">
            <a:avLst/>
          </a:prstGeom>
          <a:solidFill>
            <a:srgbClr val="F6F8FC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2862072"/>
            <a:ext cx="347472" cy="246888"/>
          </a:xfrm>
          <a:prstGeom prst="rect">
            <a:avLst/>
          </a:prstGeom>
          <a:solidFill>
            <a:srgbClr val="0E9E5C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286207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77824" y="286207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Stories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18688" y="286207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559552" y="2862072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stories → Jira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16368" y="2862072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 phase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7200" y="3127248"/>
            <a:ext cx="8229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" y="3127248"/>
            <a:ext cx="347472" cy="246888"/>
          </a:xfrm>
          <a:prstGeom prst="rect">
            <a:avLst/>
          </a:prstGeom>
          <a:solidFill>
            <a:srgbClr val="0E9E5C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312724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77824" y="312724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Stories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218688" y="312724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559552" y="3127248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 stories → Jira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516368" y="3127248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 phase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57200" y="3392424"/>
            <a:ext cx="8229600" cy="246888"/>
          </a:xfrm>
          <a:prstGeom prst="rect">
            <a:avLst/>
          </a:prstGeom>
          <a:solidFill>
            <a:srgbClr val="F6F8FC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7200" y="3392424"/>
            <a:ext cx="347472" cy="246888"/>
          </a:xfrm>
          <a:prstGeom prst="rect">
            <a:avLst/>
          </a:prstGeom>
          <a:solidFill>
            <a:srgbClr val="A07800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339242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10–13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77824" y="339242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Code Fixes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218688" y="339242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Ctrl+I or Chat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559552" y="3392424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code diffs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516368" y="3392424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P1 fixes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57200" y="3657600"/>
            <a:ext cx="8229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57200" y="3657600"/>
            <a:ext cx="347472" cy="246888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3657600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77824" y="365760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(JUnit 4)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218688" y="365760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class + Chat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559552" y="3657600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test class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516368" y="3657600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phase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57200" y="3922776"/>
            <a:ext cx="8229600" cy="246888"/>
          </a:xfrm>
          <a:prstGeom prst="rect">
            <a:avLst/>
          </a:prstGeom>
          <a:solidFill>
            <a:srgbClr val="F6F8FC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57200" y="3922776"/>
            <a:ext cx="347472" cy="246888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7200" y="392277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877824" y="392277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Tests + Auth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3218688" y="392277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#file:Controller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559552" y="3922776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 tests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516368" y="3922776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phase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57200" y="4187952"/>
            <a:ext cx="8229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7200" y="4187952"/>
            <a:ext cx="347472" cy="246888"/>
          </a:xfrm>
          <a:prstGeom prst="rect">
            <a:avLst/>
          </a:prstGeom>
          <a:solidFill>
            <a:srgbClr val="D4600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7200" y="418795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77824" y="418795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Failing Tests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218688" y="418795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 mvn output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559552" y="4187952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test classes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516368" y="4187952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cleanup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57200" y="4453128"/>
            <a:ext cx="8229600" cy="246888"/>
          </a:xfrm>
          <a:prstGeom prst="rect">
            <a:avLst/>
          </a:prstGeom>
          <a:solidFill>
            <a:srgbClr val="F6F8FC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57200" y="4453128"/>
            <a:ext cx="347472" cy="246888"/>
          </a:xfrm>
          <a:prstGeom prst="rect">
            <a:avLst/>
          </a:prstGeom>
          <a:solidFill>
            <a:srgbClr val="1A73E8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7200" y="445312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877824" y="445312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K8s Manifests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3218688" y="445312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5559552" y="4453128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manifest files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7516368" y="4453128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prep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57200" y="4718304"/>
            <a:ext cx="8229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E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57200" y="4718304"/>
            <a:ext cx="347472" cy="246888"/>
          </a:xfrm>
          <a:prstGeom prst="rect">
            <a:avLst/>
          </a:prstGeom>
          <a:solidFill>
            <a:srgbClr val="1F6FE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57200" y="4718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877824" y="471830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3218688" y="471830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5559552" y="4718304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.github/workflows/*.yaml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7516368" y="4718304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setup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Execution Order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27066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24128"/>
            <a:ext cx="2706624" cy="329184"/>
          </a:xfrm>
          <a:prstGeom prst="rect">
            <a:avLst/>
          </a:prstGeom>
          <a:solidFill>
            <a:srgbClr val="1F6FEB">
              <a:alpha val="12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78992"/>
            <a:ext cx="640080" cy="219456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78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61872" y="1088136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copilot-instructions.md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Fill in tech stack, auth model, GKE config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188366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 NEVER DO list (no Basic Auth parsing, no hardcoded secrets)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32257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 customer API contracts (DO NOT CHANGE list)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0128" y="1024128"/>
            <a:ext cx="27066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1024128"/>
            <a:ext cx="2706624" cy="329184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1568" y="1078992"/>
            <a:ext cx="64008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078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0" y="1088136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Scan Prompts 1–4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19856" y="1444752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Save: SERVICE_PROFILE.md, APIGEE_AUTH_MAP.md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19856" y="188366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Save: GKE_READINESS.md, DEPENDENCY_MAP.md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19856" y="232257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Commit all to repo — this becomes your team's reference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63056" y="1024128"/>
            <a:ext cx="27066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024128"/>
            <a:ext cx="2706624" cy="329184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1078992"/>
            <a:ext cx="640080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1078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67728" y="1088136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GKE Audit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72784" y="1444752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Prompt 5: Auth gap analysis — fix all P1 auth findings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72784" y="188366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Prompt 6+7: Fix K8s manifests + externalize config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2784" y="232257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Prompt 12+13: Fix JVM memory + PII logging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2990088"/>
            <a:ext cx="27066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2990088"/>
            <a:ext cx="2706624" cy="329184"/>
          </a:xfrm>
          <a:prstGeom prst="rect">
            <a:avLst/>
          </a:prstGeom>
          <a:solidFill>
            <a:srgbClr val="0E9E5C">
              <a:alpha val="12000"/>
            </a:srgbClr>
          </a:solidFill>
          <a:ln w="12700">
            <a:solidFill>
              <a:srgbClr val="0E9E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044952"/>
            <a:ext cx="640080" cy="219456"/>
          </a:xfrm>
          <a:prstGeom prst="rect">
            <a:avLst/>
          </a:prstGeom>
          <a:solidFill>
            <a:srgbClr val="0E9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0449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261872" y="3054096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Generation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3410712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Prompt 8: Reverse stories → create Type A Jira tickets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6928" y="384962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Prompt 9: Gap stories → create Type B Jira tickets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" y="428853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Human review: validate risk levels, mark P1 for Sprint 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0128" y="2990088"/>
            <a:ext cx="27066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10128" y="2990088"/>
            <a:ext cx="2706624" cy="329184"/>
          </a:xfrm>
          <a:prstGeom prst="rect">
            <a:avLst/>
          </a:prstGeom>
          <a:solidFill>
            <a:srgbClr val="A07800">
              <a:alpha val="12000"/>
            </a:srgbClr>
          </a:solidFill>
          <a:ln w="12700">
            <a:solidFill>
              <a:srgbClr val="A078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01568" y="3044952"/>
            <a:ext cx="640080" cy="219456"/>
          </a:xfrm>
          <a:prstGeom prst="rect">
            <a:avLst/>
          </a:prstGeom>
          <a:solidFill>
            <a:srgbClr val="A07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30449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114800" y="3054096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Gap Fixes + Test Baseline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19856" y="3410712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Prompt 16: Fix all currently failing tests first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419856" y="384962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Prompts 10–11: Input validation, HTTP timeouts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419856" y="428853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Verify: mvn test passes 100% before any new features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63056" y="2990088"/>
            <a:ext cx="27066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63056" y="2990088"/>
            <a:ext cx="2706624" cy="329184"/>
          </a:xfrm>
          <a:prstGeom prst="rect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54496" y="3044952"/>
            <a:ext cx="640080" cy="219456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54496" y="30449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1+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967728" y="3054096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CI/CD Setup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72784" y="3410712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Prompts 14+15: Unit tests + controller tests with auth headers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72784" y="384962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Prompts 17+18: K8s manifests + GitHub Actions pipeline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72784" y="428853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Now ready for autonomous agentic feature development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B22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-1828800"/>
            <a:ext cx="6400800" cy="6400800"/>
          </a:xfrm>
          <a:prstGeom prst="ellipse">
            <a:avLst/>
          </a:prstGeom>
          <a:solidFill>
            <a:srgbClr val="1F6FEB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Start Tomorrow Morning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1069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service — same sequence every time: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463040"/>
            <a:ext cx="256032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61872" y="14630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.github/copilot-instructions.md — fill auth model + GKE config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1901952"/>
            <a:ext cx="256032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19019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service as its own VS Code workspace (not with other services)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2340864"/>
            <a:ext cx="256032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61872" y="234086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Prompts 1-4 in Copilot Chat → save 4 .md files to repo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2779776"/>
            <a:ext cx="256032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61872" y="277977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Prompt 5 (auth audit) → fix all P1 security findings before anything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218688"/>
            <a:ext cx="256032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61872" y="321868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Prompts 8+9 → generate stories → create Jira tickets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3657600"/>
            <a:ext cx="256032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61872" y="36576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0: fix failing tests, P1 gaps only (Prompts 10-13, 16)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42062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371600" y="46908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prompts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42062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3840480" y="46908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docs per service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42062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309360" y="46908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in service layer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for Legacy Microservices — GKE + Apigee</dc:title>
  <dc:subject>PptxGenJS Presentation</dc:subject>
  <dc:creator>PptxGenJS</dc:creator>
  <cp:lastModifiedBy>PptxGenJS</cp:lastModifiedBy>
  <cp:revision>1</cp:revision>
  <dcterms:created xsi:type="dcterms:W3CDTF">2026-06-01T03:48:03Z</dcterms:created>
  <dcterms:modified xsi:type="dcterms:W3CDTF">2026-06-01T03:48:03Z</dcterms:modified>
</cp:coreProperties>
</file>